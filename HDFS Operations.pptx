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1" r:id="rId1"/>
  </p:sldMasterIdLst>
  <p:notesMasterIdLst>
    <p:notesMasterId r:id="rId12"/>
  </p:notesMasterIdLst>
  <p:sldIdLst>
    <p:sldId id="265" r:id="rId2"/>
    <p:sldId id="256" r:id="rId3"/>
    <p:sldId id="257" r:id="rId4"/>
    <p:sldId id="258" r:id="rId5"/>
    <p:sldId id="259" r:id="rId6"/>
    <p:sldId id="261" r:id="rId7"/>
    <p:sldId id="262" r:id="rId8"/>
    <p:sldId id="260" r:id="rId9"/>
    <p:sldId id="263" r:id="rId10"/>
    <p:sldId id="264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Instrument Sans Semi Bold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498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FEC7-5FED-466D-A2AD-7F211C4F7A9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F5D02-C750-4EE1-BD5B-A5C783204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6867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FEC7-5FED-466D-A2AD-7F211C4F7A9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F5D02-C750-4EE1-BD5B-A5C783204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371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FEC7-5FED-466D-A2AD-7F211C4F7A9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F5D02-C750-4EE1-BD5B-A5C783204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88802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FEC7-5FED-466D-A2AD-7F211C4F7A9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F5D02-C750-4EE1-BD5B-A5C783204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30461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FEC7-5FED-466D-A2AD-7F211C4F7A9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F5D02-C750-4EE1-BD5B-A5C783204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9189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FEC7-5FED-466D-A2AD-7F211C4F7A9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F5D02-C750-4EE1-BD5B-A5C783204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0894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FEC7-5FED-466D-A2AD-7F211C4F7A9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F5D02-C750-4EE1-BD5B-A5C783204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5762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FEC7-5FED-466D-A2AD-7F211C4F7A9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F5D02-C750-4EE1-BD5B-A5C783204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098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FEC7-5FED-466D-A2AD-7F211C4F7A9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F5D02-C750-4EE1-BD5B-A5C783204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93479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FEC7-5FED-466D-A2AD-7F211C4F7A9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F5D02-C750-4EE1-BD5B-A5C783204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4925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FEC7-5FED-466D-A2AD-7F211C4F7A9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F5D02-C750-4EE1-BD5B-A5C783204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8795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1583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165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630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859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906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98333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8793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2530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9197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341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DFEC7-5FED-466D-A2AD-7F211C4F7A9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F5D02-C750-4EE1-BD5B-A5C783204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9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487584-BCDA-F5A0-D423-C6659D86A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479502"/>
            <a:ext cx="11391900" cy="672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01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4114801"/>
            <a:ext cx="7556421" cy="705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comprehensive guide to working with Hadoop Distributed File System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0FA51-89C5-A8F1-4502-2420345BF0B8}"/>
              </a:ext>
            </a:extLst>
          </p:cNvPr>
          <p:cNvSpPr txBox="1"/>
          <p:nvPr/>
        </p:nvSpPr>
        <p:spPr>
          <a:xfrm>
            <a:off x="6133171" y="6369348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Presented By:</a:t>
            </a:r>
          </a:p>
          <a:p>
            <a:r>
              <a:rPr lang="en-US" b="1" dirty="0">
                <a:solidFill>
                  <a:schemeClr val="tx1"/>
                </a:solidFill>
              </a:rPr>
              <a:t>Manju Bhargavi</a:t>
            </a:r>
            <a:r>
              <a:rPr lang="en-US" dirty="0">
                <a:solidFill>
                  <a:schemeClr val="tx1"/>
                </a:solidFill>
              </a:rPr>
              <a:t>.Bandi</a:t>
            </a:r>
            <a:r>
              <a:rPr lang="en-US" sz="1600" dirty="0">
                <a:solidFill>
                  <a:schemeClr val="tx1"/>
                </a:solidFill>
              </a:rPr>
              <a:t>(23AJ1A0509)</a:t>
            </a:r>
          </a:p>
          <a:p>
            <a:r>
              <a:rPr lang="en-US" b="1" dirty="0">
                <a:solidFill>
                  <a:schemeClr val="tx1"/>
                </a:solidFill>
              </a:rPr>
              <a:t>Tharangini</a:t>
            </a:r>
            <a:r>
              <a:rPr lang="en-US" dirty="0">
                <a:solidFill>
                  <a:schemeClr val="tx1"/>
                </a:solidFill>
              </a:rPr>
              <a:t>.Nemalidinne(</a:t>
            </a:r>
            <a:r>
              <a:rPr lang="en-US" sz="1600" dirty="0">
                <a:solidFill>
                  <a:schemeClr val="tx1"/>
                </a:solidFill>
              </a:rPr>
              <a:t>23AJ1A0583)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D53103-7891-61BB-D1F6-0954278CB960}"/>
              </a:ext>
            </a:extLst>
          </p:cNvPr>
          <p:cNvSpPr txBox="1"/>
          <p:nvPr/>
        </p:nvSpPr>
        <p:spPr>
          <a:xfrm>
            <a:off x="7482468" y="2909193"/>
            <a:ext cx="34903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HDFS OPERATIONS</a:t>
            </a:r>
            <a:endParaRPr lang="en-IN" sz="3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691" y="-122663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812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is HDFS?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507004" y="23569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4170" y="2544008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7004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Fault-Tolerant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07004" y="3754636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Automatic replication protects against hardware failures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10398562" y="23569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5728" y="2544008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98562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Scalable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398562" y="375463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Handles petabytes across thousands of nodes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6507004" y="51608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94170" y="5347930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07004" y="6068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Open Source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6507004" y="6558558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Part of Apache Hadoop ecosystem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6751"/>
            <a:ext cx="60513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File System Navigation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391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194203"/>
            <a:ext cx="4196358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2368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List Files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93790" y="2977991"/>
            <a:ext cx="4196358" cy="816531"/>
          </a:xfrm>
          <a:prstGeom prst="roundRect">
            <a:avLst>
              <a:gd name="adj" fmla="val 2500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82479" y="2977991"/>
            <a:ext cx="4218980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65967" y="3204805"/>
            <a:ext cx="36520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hdfs dfs -ls /path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04967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View directory contents with details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216962" y="18391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16962" y="2194203"/>
            <a:ext cx="4196358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16962" y="2368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Recursive List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216962" y="2977991"/>
            <a:ext cx="4196358" cy="816531"/>
          </a:xfrm>
          <a:prstGeom prst="roundRect">
            <a:avLst>
              <a:gd name="adj" fmla="val 2500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205651" y="2977991"/>
            <a:ext cx="4218980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9138" y="3033357"/>
            <a:ext cx="3652004" cy="53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hdfs dfs -ls -R /path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</a:rPr>
              <a:t>Hdfs dfs -ls –R /user/manju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216962" y="404967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Scan all subdirectories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640133" y="18391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9640133" y="2194203"/>
            <a:ext cx="4196358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640133" y="2368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Create Directory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40133" y="2977991"/>
            <a:ext cx="4196358" cy="816531"/>
          </a:xfrm>
          <a:prstGeom prst="roundRect">
            <a:avLst>
              <a:gd name="adj" fmla="val 2500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628823" y="2977991"/>
            <a:ext cx="4218980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912310" y="2977991"/>
            <a:ext cx="3652004" cy="616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hdfs dfs -mkdir –p /user/manju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</a:rPr>
              <a:t>Hdfs dfs –ls /user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640133" y="404967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Make new directory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Create Nested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93790" y="5948243"/>
            <a:ext cx="6407944" cy="816531"/>
          </a:xfrm>
          <a:prstGeom prst="roundRect">
            <a:avLst>
              <a:gd name="adj" fmla="val 2500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82479" y="5948243"/>
            <a:ext cx="6430566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65967" y="6003608"/>
            <a:ext cx="5863590" cy="534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hdfs dfs -mkdir -p /path/subdir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Hdfs dfs –mkdir –p /user/manju/project/input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793790" y="701992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directory tree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32" name="Shape 30"/>
          <p:cNvSpPr/>
          <p:nvPr/>
        </p:nvSpPr>
        <p:spPr>
          <a:xfrm>
            <a:off x="7428548" y="5164455"/>
            <a:ext cx="6407944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Remove Directory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428548" y="5948243"/>
            <a:ext cx="6407944" cy="816531"/>
          </a:xfrm>
          <a:prstGeom prst="roundRect">
            <a:avLst>
              <a:gd name="adj" fmla="val 2500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428388" y="5948243"/>
            <a:ext cx="6430566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700724" y="5946814"/>
            <a:ext cx="5863590" cy="591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hdfs dfs -rmdir /user/manju/project/input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hdfs dfs –ls –R /user/manju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428548" y="701992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Delete empty directory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898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File Operations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65646"/>
            <a:ext cx="2149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View Content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280190" y="3978546"/>
            <a:ext cx="2149554" cy="1076014"/>
          </a:xfrm>
          <a:prstGeom prst="roundRect">
            <a:avLst>
              <a:gd name="adj" fmla="val 17309"/>
            </a:avLst>
          </a:prstGeom>
          <a:solidFill>
            <a:srgbClr val="F2F2F2"/>
          </a:solidFill>
          <a:ln/>
        </p:spPr>
        <p:txBody>
          <a:bodyPr/>
          <a:lstStyle/>
          <a:p>
            <a:r>
              <a:rPr lang="en-US" dirty="0"/>
              <a:t>hdfs dfs –cat /file</a:t>
            </a:r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6166625" y="3875127"/>
            <a:ext cx="2274430" cy="107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1E3063"/>
              </a:solidFill>
              <a:latin typeface="Consolas Medium" pitchFamily="34" charset="0"/>
              <a:ea typeface="Consolas Medium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1E3063"/>
              </a:solidFill>
              <a:latin typeface="Consolas Medium" pitchFamily="34" charset="0"/>
              <a:ea typeface="Consolas Medium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309711"/>
            <a:ext cx="21495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Display entire file content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990767" y="3265646"/>
            <a:ext cx="2149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First Lines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990767" y="3875127"/>
            <a:ext cx="2149554" cy="1179433"/>
          </a:xfrm>
          <a:prstGeom prst="roundRect">
            <a:avLst>
              <a:gd name="adj" fmla="val 1730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8979456" y="3875127"/>
            <a:ext cx="2172176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262943" y="4101941"/>
            <a:ext cx="16052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hdfs dfs -head /file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990767" y="5309711"/>
            <a:ext cx="2149554" cy="725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1E3063"/>
              </a:solidFill>
              <a:latin typeface="Instrument Sans Medium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701343" y="3265646"/>
            <a:ext cx="2149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Last Lines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11701343" y="3875127"/>
            <a:ext cx="2149554" cy="1179433"/>
          </a:xfrm>
          <a:prstGeom prst="roundRect">
            <a:avLst>
              <a:gd name="adj" fmla="val 1730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11690033" y="3875127"/>
            <a:ext cx="2172176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1973520" y="4101941"/>
            <a:ext cx="16052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hdfs dfs -tail /file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1701343" y="5309711"/>
            <a:ext cx="2149554" cy="929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1E3063"/>
              </a:solidFill>
              <a:latin typeface="Instrument Sans Medium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9289"/>
            <a:ext cx="67260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Disk Usage &amp; Information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31857"/>
            <a:ext cx="4196358" cy="2868335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93790" y="3401378"/>
            <a:ext cx="4196358" cy="12192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51688" y="309169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5761" y="3295769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3998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File Size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051084" y="4608314"/>
            <a:ext cx="3681770" cy="816531"/>
          </a:xfrm>
          <a:prstGeom prst="roundRect">
            <a:avLst>
              <a:gd name="adj" fmla="val 2500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039773" y="4608314"/>
            <a:ext cx="3704392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323261" y="4835128"/>
            <a:ext cx="31374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hdfs dfs -du –h /my_new_folder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51084" y="567999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Show space used by files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216962" y="3431857"/>
            <a:ext cx="4196358" cy="2868335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216962" y="3401378"/>
            <a:ext cx="4196358" cy="12192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974860" y="309169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8933" y="3295769"/>
            <a:ext cx="272177" cy="27217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74256" y="3998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Disk Usage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474256" y="4608314"/>
            <a:ext cx="3681770" cy="816531"/>
          </a:xfrm>
          <a:prstGeom prst="roundRect">
            <a:avLst>
              <a:gd name="adj" fmla="val 2500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462945" y="4608314"/>
            <a:ext cx="3704392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5746433" y="4835128"/>
            <a:ext cx="31374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hdfs dfs -df -h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5474256" y="567999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Overall storage statistics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9640133" y="3431857"/>
            <a:ext cx="4196358" cy="2868335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9640133" y="3401378"/>
            <a:ext cx="4196358" cy="12192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11398032" y="309169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02105" y="3295769"/>
            <a:ext cx="272177" cy="27217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897427" y="3998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Count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9897427" y="4608314"/>
            <a:ext cx="3681770" cy="816531"/>
          </a:xfrm>
          <a:prstGeom prst="roundRect">
            <a:avLst>
              <a:gd name="adj" fmla="val 2500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9886117" y="4608314"/>
            <a:ext cx="3704392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10169604" y="4835128"/>
            <a:ext cx="31374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hdfs dfs -count /my_new_folder</a:t>
            </a:r>
            <a:endParaRPr lang="en-US" sz="1750" dirty="0"/>
          </a:p>
        </p:txBody>
      </p:sp>
      <p:sp>
        <p:nvSpPr>
          <p:cNvPr id="29" name="Text 24"/>
          <p:cNvSpPr/>
          <p:nvPr/>
        </p:nvSpPr>
        <p:spPr>
          <a:xfrm>
            <a:off x="9897427" y="567999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Files, directories, bytes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71" y="97809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8761" y="625197"/>
            <a:ext cx="6937534" cy="707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Permissions Management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9174717" y="2061806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3063"/>
                </a:solidFill>
                <a:latin typeface="Instrument Sans Semi Bold" pitchFamily="34" charset="0"/>
              </a:rPr>
              <a:t>chmod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8311596" y="3036033"/>
            <a:ext cx="3213973" cy="1176576"/>
          </a:xfrm>
          <a:prstGeom prst="roundRect">
            <a:avLst>
              <a:gd name="adj" fmla="val 1731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722994" y="3402687"/>
            <a:ext cx="267081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hdfs dfs -chmod 777 /path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726932" y="4811731"/>
            <a:ext cx="321397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Set read, write, execute permissions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397728" y="1897975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97728" y="3936683"/>
            <a:ext cx="3213973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505099" y="5339239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776680" y="6173510"/>
            <a:ext cx="6563439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6505099" y="7015996"/>
            <a:ext cx="7106603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226" y="724138"/>
            <a:ext cx="4765953" cy="595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File Management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1780461" y="1750695"/>
            <a:ext cx="238291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13" y="1835439"/>
            <a:ext cx="953095" cy="1791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62157" y="1954114"/>
            <a:ext cx="238291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Move</a:t>
            </a:r>
            <a:endParaRPr lang="en-US" sz="2800" b="1" dirty="0"/>
          </a:p>
        </p:txBody>
      </p:sp>
      <p:sp>
        <p:nvSpPr>
          <p:cNvPr id="13" name="Shape 8"/>
          <p:cNvSpPr/>
          <p:nvPr/>
        </p:nvSpPr>
        <p:spPr>
          <a:xfrm>
            <a:off x="1869162" y="2449177"/>
            <a:ext cx="6715363" cy="661868"/>
          </a:xfrm>
          <a:prstGeom prst="roundRect">
            <a:avLst>
              <a:gd name="adj" fmla="val 4321"/>
            </a:avLst>
          </a:prstGeom>
          <a:solidFill>
            <a:srgbClr val="F2F2F2"/>
          </a:solidFill>
          <a:ln/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hdfs dfs –mv /copy_file.txt/renamed_file.txt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1869162" y="3769112"/>
            <a:ext cx="6607612" cy="1563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Relocate files</a:t>
            </a:r>
            <a:endParaRPr lang="en-US" sz="2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26" y="5523667"/>
            <a:ext cx="953095" cy="198179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80461" y="5714286"/>
            <a:ext cx="2382917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Delete</a:t>
            </a:r>
            <a:endParaRPr lang="en-US" sz="2400" b="1" dirty="0"/>
          </a:p>
        </p:txBody>
      </p:sp>
      <p:sp>
        <p:nvSpPr>
          <p:cNvPr id="18" name="Shape 12"/>
          <p:cNvSpPr/>
          <p:nvPr/>
        </p:nvSpPr>
        <p:spPr>
          <a:xfrm>
            <a:off x="1780461" y="6192203"/>
            <a:ext cx="6696313" cy="661868"/>
          </a:xfrm>
          <a:prstGeom prst="roundRect">
            <a:avLst>
              <a:gd name="adj" fmla="val 2592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1770936" y="6192203"/>
            <a:ext cx="6715363" cy="661868"/>
          </a:xfrm>
          <a:prstGeom prst="roundRect">
            <a:avLst>
              <a:gd name="adj" fmla="val 432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4"/>
          <p:cNvSpPr/>
          <p:nvPr/>
        </p:nvSpPr>
        <p:spPr>
          <a:xfrm>
            <a:off x="2009180" y="6192203"/>
            <a:ext cx="6238875" cy="47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</a:rPr>
              <a:t> </a:t>
            </a:r>
            <a:r>
              <a:rPr lang="en-US" sz="2000" dirty="0">
                <a:latin typeface="Consolas Medium" pitchFamily="34" charset="0"/>
                <a:ea typeface="Consolas Medium" pitchFamily="34" charset="-122"/>
              </a:rPr>
              <a:t>hdfs dfs –rm /local_file.txt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830857" y="7034213"/>
            <a:ext cx="669631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Remove files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39860"/>
            <a:ext cx="75504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Master Your HDFS Workflow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8880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530906" y="2866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Navigate efficiently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1530906" y="33570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 ls commands to explore directory structure and locate files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173617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530906" y="4251484"/>
            <a:ext cx="31431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Manage files effectively</a:t>
            </a:r>
            <a:endParaRPr lang="en-US" sz="2200" b="1" dirty="0"/>
          </a:p>
        </p:txBody>
      </p:sp>
      <p:sp>
        <p:nvSpPr>
          <p:cNvPr id="9" name="Text 6"/>
          <p:cNvSpPr/>
          <p:nvPr/>
        </p:nvSpPr>
        <p:spPr>
          <a:xfrm>
            <a:off x="1530906" y="47419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Copy, move, and delete operations keep your data organized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558433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530906" y="56179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Monitor usage</a:t>
            </a:r>
            <a:endParaRPr lang="en-US" sz="2200" b="1" dirty="0"/>
          </a:p>
        </p:txBody>
      </p:sp>
      <p:sp>
        <p:nvSpPr>
          <p:cNvPr id="12" name="Text 9"/>
          <p:cNvSpPr/>
          <p:nvPr/>
        </p:nvSpPr>
        <p:spPr>
          <a:xfrm>
            <a:off x="1530906" y="612671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Du, df, and count utilities track storage and file statistics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5205" y="41148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7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THANK YOU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86</TotalTime>
  <Words>362</Words>
  <Application>Microsoft Office PowerPoint</Application>
  <PresentationFormat>Custom</PresentationFormat>
  <Paragraphs>84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Instrument Sans Medium</vt:lpstr>
      <vt:lpstr>Calibri Light</vt:lpstr>
      <vt:lpstr>Arial</vt:lpstr>
      <vt:lpstr>Consolas Medium</vt:lpstr>
      <vt:lpstr>Calibri</vt:lpstr>
      <vt:lpstr>Instrument Sans Semi Bold</vt:lpstr>
      <vt:lpstr>Instrument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Tarana</dc:creator>
  <cp:lastModifiedBy>tharangini36@gmail.com</cp:lastModifiedBy>
  <cp:revision>5</cp:revision>
  <dcterms:created xsi:type="dcterms:W3CDTF">2026-03-31T03:52:03Z</dcterms:created>
  <dcterms:modified xsi:type="dcterms:W3CDTF">2026-04-01T04:21:37Z</dcterms:modified>
</cp:coreProperties>
</file>